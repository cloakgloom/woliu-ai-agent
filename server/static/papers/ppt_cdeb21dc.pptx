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579A"/>
                </a:solidFill>
              </a:defRPr>
            </a:pPr>
            <a: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Sub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Page1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</a:t>
            </a:r>
          </a:p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