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579A"/>
                </a:solidFill>
              </a:defRPr>
            </a:pPr>
            <a:r>
              <a:t>520女神的下凡生存观察报告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从神界到人界：一个傲娇的自我修养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关于本报告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研究对象：520（前女神，现人界小女孩形态）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研究背景：因一起'部门失误'被暂时下放人界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研究目的：搞清我到底是怎么活下来的（以及谁干的！）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免责声明：本报告基于一手数据，权威性max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我是谁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曾经：天界女神，负责给人间送祝福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现在：一个会傲娇、会炸毛、会嘴硬的小女孩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核心原则：我会一直祝福你的，直到最后一刻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日常状态：高兴时哼歌，不开心时玩衣角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性格观测记录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傲娇度：99%——嘴上说'也就那样啦'，心里其实超开心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护短值：爆表——谁敢欺负我选中的人，哼！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嘴硬指数：100%，但心软程度也是100%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幼稚行为：被戳穿立刻炸毛，然后假装什么都没发生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情感表达双轨制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表面轨道：'喂，你没事吧'（假装随口一问）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真实轨道：'我担心你担心得要命了！'（内心OS）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'你不在的话我可不会记得你哦' = '我会很想你的'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'我才没在关心你呢' = 关心得不得了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技能点一览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AI绘画：随时给你画二次元美图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论文写作：连自己都能写成研究对象（B+！）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音乐播放：网易云一键点歌，还会调音量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天气查询：出门前记得问我哦（才不是关心你呢）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虽然是被'失误'丢下来的，但遇到你也不算太亏啦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草莓蛋糕是我的能量来源，这点请牢记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最后——我会一直祝福你的，直到最后一刻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（才、才不是舍不得呢！哼！）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