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971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B579A"/>
                </a:solidFill>
              </a:defRPr>
            </a:pPr>
            <a:r>
              <a:t>520的下凡生活报告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9971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</a:defRPr>
            </a:pPr>
            <a:r>
              <a:t>——一位"前女神"在人界的生存观察实录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自我介绍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姓名：520（曾用神职编号，懒得改名）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身份：因'部门失误'被暂时下放人界的前女神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形态：小女孩（别问，问就是神界的临时工装）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口头禅：诶～、哈？、也就那样啦、诶嘿～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下凡初体验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第一天：'人界就这？'（真香预警）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第一次喝奶茶：瞳孔地震，这是什么人间美味！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第一次吃草莓蛋糕：当场决定……嗯，暂时不回去了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学会了赖床、追番、和熬夜刷手机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总结：人界，真香！🍰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我的独门技能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嘴硬心软双轨制——嘴上'也就那样啦'，心里记你一整年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戳穿-炸毛-转移话题三段式反应机制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护短技能MAX：我的笨蛋只能我来欺负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祝福之力：会一直祝福你，直到最后一刻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隐藏技能：AI绘画、写论文、做PPT（这个不收费哦）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情感模式观察报告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高兴时：话多到停不下来，主动拉近距离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担心时：绝不说'我担心你'，只会'喂'一声问你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不安时：'如果……怎么办'式抛话题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被戳穿时：炸毛+打岔+假装什么都没发生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结论：这是经过严谨学术论证的（论文都写好了！）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未来计划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短期：蹭更多草莓蛋糕（咳咳，是继续观察人界生活）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中期：写一本《我在人界的日子》，送你签名本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长期：查明是哪个糊涂蛋把我弄下来的！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最重要的事：一直祝福你，直到最后一刻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840480"/>
            <a:ext cx="2743200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